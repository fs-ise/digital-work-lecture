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96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928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81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39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95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09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248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9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67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42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9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AA31C-119C-4C44-AA37-6D74A30DB6F2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197477-C3E2-4751-B655-019F27780D8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79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rafik 59" descr="Ein Kreis, der mit Punkten gefüllt ist">
            <a:extLst>
              <a:ext uri="{FF2B5EF4-FFF2-40B4-BE49-F238E27FC236}">
                <a16:creationId xmlns:a16="http://schemas.microsoft.com/office/drawing/2014/main" id="{A9F857CD-E444-4378-C921-F2617B2C8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546" t="46161" r="21455" b="33665"/>
          <a:stretch/>
        </p:blipFill>
        <p:spPr>
          <a:xfrm>
            <a:off x="4602545" y="357206"/>
            <a:ext cx="1762148" cy="802555"/>
          </a:xfrm>
          <a:prstGeom prst="rect">
            <a:avLst/>
          </a:prstGeom>
        </p:spPr>
      </p:pic>
      <p:pic>
        <p:nvPicPr>
          <p:cNvPr id="61" name="Grafik 60" descr="Ein Kreis, der mit Punkten gefüllt ist">
            <a:extLst>
              <a:ext uri="{FF2B5EF4-FFF2-40B4-BE49-F238E27FC236}">
                <a16:creationId xmlns:a16="http://schemas.microsoft.com/office/drawing/2014/main" id="{2F8A0425-1899-5662-7082-74ADAB08C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546" t="46161" r="21455" b="33665"/>
          <a:stretch/>
        </p:blipFill>
        <p:spPr>
          <a:xfrm>
            <a:off x="6459366" y="351453"/>
            <a:ext cx="1762148" cy="802555"/>
          </a:xfrm>
          <a:prstGeom prst="rect">
            <a:avLst/>
          </a:prstGeom>
        </p:spPr>
      </p:pic>
      <p:pic>
        <p:nvPicPr>
          <p:cNvPr id="59" name="Grafik 58" descr="Ein Kreis, der mit Punkten gefüllt ist">
            <a:extLst>
              <a:ext uri="{FF2B5EF4-FFF2-40B4-BE49-F238E27FC236}">
                <a16:creationId xmlns:a16="http://schemas.microsoft.com/office/drawing/2014/main" id="{1F20DEC4-55A6-C148-1129-1CF7A002B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546" t="46161" r="21455" b="33665"/>
          <a:stretch/>
        </p:blipFill>
        <p:spPr>
          <a:xfrm>
            <a:off x="2749254" y="357206"/>
            <a:ext cx="1762148" cy="802555"/>
          </a:xfrm>
          <a:prstGeom prst="rect">
            <a:avLst/>
          </a:prstGeom>
        </p:spPr>
      </p:pic>
      <p:pic>
        <p:nvPicPr>
          <p:cNvPr id="62" name="Grafik 61" descr="Ein Kreis, der mit Punkten gefüllt ist">
            <a:extLst>
              <a:ext uri="{FF2B5EF4-FFF2-40B4-BE49-F238E27FC236}">
                <a16:creationId xmlns:a16="http://schemas.microsoft.com/office/drawing/2014/main" id="{366B38E9-634F-1798-D283-C09C667E8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546" t="46161" r="21455" b="33665"/>
          <a:stretch/>
        </p:blipFill>
        <p:spPr>
          <a:xfrm>
            <a:off x="889626" y="351452"/>
            <a:ext cx="1762148" cy="802555"/>
          </a:xfrm>
          <a:prstGeom prst="rect">
            <a:avLst/>
          </a:prstGeom>
        </p:spPr>
      </p:pic>
      <p:pic>
        <p:nvPicPr>
          <p:cNvPr id="56" name="Grafik 55" descr="Ein Kreis, der mit Punkten gefüllt ist">
            <a:extLst>
              <a:ext uri="{FF2B5EF4-FFF2-40B4-BE49-F238E27FC236}">
                <a16:creationId xmlns:a16="http://schemas.microsoft.com/office/drawing/2014/main" id="{30F4F3D1-0108-E220-FB5E-55DCDF516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546" t="46161" r="21455" b="33665"/>
          <a:stretch/>
        </p:blipFill>
        <p:spPr>
          <a:xfrm>
            <a:off x="3717599" y="5514425"/>
            <a:ext cx="1653540" cy="802555"/>
          </a:xfrm>
          <a:prstGeom prst="rect">
            <a:avLst/>
          </a:prstGeom>
        </p:spPr>
      </p:pic>
      <p:pic>
        <p:nvPicPr>
          <p:cNvPr id="57" name="Grafik 56" descr="Ein Kreis, der mit Punkten gefüllt ist">
            <a:extLst>
              <a:ext uri="{FF2B5EF4-FFF2-40B4-BE49-F238E27FC236}">
                <a16:creationId xmlns:a16="http://schemas.microsoft.com/office/drawing/2014/main" id="{AA22F0E3-C4D4-1234-E3DF-86AC880BD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546" t="46161" r="21455" b="33665"/>
          <a:stretch/>
        </p:blipFill>
        <p:spPr>
          <a:xfrm>
            <a:off x="5610818" y="5514425"/>
            <a:ext cx="1653540" cy="802555"/>
          </a:xfrm>
          <a:prstGeom prst="rect">
            <a:avLst/>
          </a:prstGeom>
        </p:spPr>
      </p:pic>
      <p:pic>
        <p:nvPicPr>
          <p:cNvPr id="58" name="Grafik 57" descr="Ein Kreis, der mit Punkten gefüllt ist">
            <a:extLst>
              <a:ext uri="{FF2B5EF4-FFF2-40B4-BE49-F238E27FC236}">
                <a16:creationId xmlns:a16="http://schemas.microsoft.com/office/drawing/2014/main" id="{821CCAB2-48F5-1EB3-88BA-08EADE810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546" t="46161" r="21455" b="33665"/>
          <a:stretch/>
        </p:blipFill>
        <p:spPr>
          <a:xfrm>
            <a:off x="7437120" y="5514424"/>
            <a:ext cx="1653540" cy="802555"/>
          </a:xfrm>
          <a:prstGeom prst="rect">
            <a:avLst/>
          </a:prstGeom>
        </p:spPr>
      </p:pic>
      <p:pic>
        <p:nvPicPr>
          <p:cNvPr id="55" name="Grafik 54" descr="Ein Kreis, der mit Punkten gefüllt ist">
            <a:extLst>
              <a:ext uri="{FF2B5EF4-FFF2-40B4-BE49-F238E27FC236}">
                <a16:creationId xmlns:a16="http://schemas.microsoft.com/office/drawing/2014/main" id="{5C7206D6-BB80-D8CA-58C3-17ECD696E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546" t="46161" r="21455" b="33665"/>
          <a:stretch/>
        </p:blipFill>
        <p:spPr>
          <a:xfrm>
            <a:off x="1871720" y="5514425"/>
            <a:ext cx="1653540" cy="802555"/>
          </a:xfrm>
          <a:prstGeom prst="rect">
            <a:avLst/>
          </a:prstGeom>
        </p:spPr>
      </p:pic>
      <p:pic>
        <p:nvPicPr>
          <p:cNvPr id="54" name="Grafik 53" descr="Ein Kreis, der mit Punkten gefüllt ist">
            <a:extLst>
              <a:ext uri="{FF2B5EF4-FFF2-40B4-BE49-F238E27FC236}">
                <a16:creationId xmlns:a16="http://schemas.microsoft.com/office/drawing/2014/main" id="{0730377B-2815-A299-0688-3DDAB1C9B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546" t="46161" r="21455" b="33665"/>
          <a:stretch/>
        </p:blipFill>
        <p:spPr>
          <a:xfrm>
            <a:off x="53340" y="5514425"/>
            <a:ext cx="1653540" cy="80255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E01B03EE-9A48-CC39-85B2-800907502056}"/>
              </a:ext>
            </a:extLst>
          </p:cNvPr>
          <p:cNvSpPr/>
          <p:nvPr/>
        </p:nvSpPr>
        <p:spPr>
          <a:xfrm>
            <a:off x="146634" y="5608061"/>
            <a:ext cx="1461247" cy="62368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Sensing</a:t>
            </a:r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F96A58C-9768-4BA3-75D2-08CC40CDDB9D}"/>
              </a:ext>
            </a:extLst>
          </p:cNvPr>
          <p:cNvSpPr/>
          <p:nvPr/>
        </p:nvSpPr>
        <p:spPr>
          <a:xfrm>
            <a:off x="5699634" y="5608062"/>
            <a:ext cx="1461247" cy="62368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Processing</a:t>
            </a:r>
            <a:endParaRPr lang="en-GB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9EEA1ED-C36C-697F-6968-38F1B34EFF78}"/>
              </a:ext>
            </a:extLst>
          </p:cNvPr>
          <p:cNvSpPr/>
          <p:nvPr/>
        </p:nvSpPr>
        <p:spPr>
          <a:xfrm>
            <a:off x="3841377" y="5608062"/>
            <a:ext cx="1461247" cy="62368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Organizing</a:t>
            </a:r>
            <a:endParaRPr lang="en-GB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305047D-C093-222C-BFDF-8B5A9CE8BD86}"/>
              </a:ext>
            </a:extLst>
          </p:cNvPr>
          <p:cNvSpPr/>
          <p:nvPr/>
        </p:nvSpPr>
        <p:spPr>
          <a:xfrm>
            <a:off x="1983119" y="5608061"/>
            <a:ext cx="1461247" cy="62368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Collecting</a:t>
            </a:r>
            <a:endParaRPr lang="en-GB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1F823B5-6386-DC0E-F5FD-9E3C978FD394}"/>
              </a:ext>
            </a:extLst>
          </p:cNvPr>
          <p:cNvSpPr/>
          <p:nvPr/>
        </p:nvSpPr>
        <p:spPr>
          <a:xfrm>
            <a:off x="7557891" y="5608062"/>
            <a:ext cx="1461247" cy="62368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Maintaining</a:t>
            </a:r>
            <a:endParaRPr lang="en-GB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574ACF6-4164-6A52-5D2D-A7FD58B41EC0}"/>
              </a:ext>
            </a:extLst>
          </p:cNvPr>
          <p:cNvGrpSpPr/>
          <p:nvPr/>
        </p:nvGrpSpPr>
        <p:grpSpPr>
          <a:xfrm>
            <a:off x="995082" y="450794"/>
            <a:ext cx="7153837" cy="623690"/>
            <a:chOff x="807462" y="450794"/>
            <a:chExt cx="7153837" cy="623690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AB97CD6A-6F87-A0A5-DB4C-9DA975C77E99}"/>
                </a:ext>
              </a:extLst>
            </p:cNvPr>
            <p:cNvSpPr/>
            <p:nvPr/>
          </p:nvSpPr>
          <p:spPr>
            <a:xfrm>
              <a:off x="807462" y="450794"/>
              <a:ext cx="1600837" cy="62368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Proactiveness</a:t>
              </a:r>
              <a:endParaRPr lang="en-GB" dirty="0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BA932E11-61DA-5CA7-6D6A-7ADDCC1AD317}"/>
                </a:ext>
              </a:extLst>
            </p:cNvPr>
            <p:cNvSpPr/>
            <p:nvPr/>
          </p:nvSpPr>
          <p:spPr>
            <a:xfrm>
              <a:off x="6360462" y="450795"/>
              <a:ext cx="1600837" cy="62368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Formality</a:t>
              </a:r>
              <a:endParaRPr lang="en-GB" dirty="0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B20E5D43-4F95-12E2-99E0-BA5BDEAE0A36}"/>
                </a:ext>
              </a:extLst>
            </p:cNvPr>
            <p:cNvSpPr/>
            <p:nvPr/>
          </p:nvSpPr>
          <p:spPr>
            <a:xfrm>
              <a:off x="4502205" y="450795"/>
              <a:ext cx="1600837" cy="62368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Transparency</a:t>
              </a:r>
              <a:endParaRPr lang="en-GB" dirty="0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8DB63D5-E474-E820-8A01-90B99B27287B}"/>
                </a:ext>
              </a:extLst>
            </p:cNvPr>
            <p:cNvSpPr/>
            <p:nvPr/>
          </p:nvSpPr>
          <p:spPr>
            <a:xfrm>
              <a:off x="2643947" y="450794"/>
              <a:ext cx="1600837" cy="62368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Sharing</a:t>
              </a:r>
              <a:endParaRPr lang="en-GB" dirty="0"/>
            </a:p>
          </p:txBody>
        </p:sp>
      </p:grp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17737F6-A3FE-E08F-32D2-95D6E8FC9678}"/>
              </a:ext>
            </a:extLst>
          </p:cNvPr>
          <p:cNvCxnSpPr>
            <a:cxnSpLocks/>
          </p:cNvCxnSpPr>
          <p:nvPr/>
        </p:nvCxnSpPr>
        <p:spPr>
          <a:xfrm flipV="1">
            <a:off x="851641" y="4754964"/>
            <a:ext cx="2811079" cy="86554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6D5926CC-4B73-03F5-B614-22042743ECCC}"/>
              </a:ext>
            </a:extLst>
          </p:cNvPr>
          <p:cNvCxnSpPr>
            <a:cxnSpLocks/>
          </p:cNvCxnSpPr>
          <p:nvPr/>
        </p:nvCxnSpPr>
        <p:spPr>
          <a:xfrm flipH="1" flipV="1">
            <a:off x="5520697" y="4752043"/>
            <a:ext cx="2811079" cy="86554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D0774BF2-179A-FE74-C9FD-F1AD761BD7A4}"/>
              </a:ext>
            </a:extLst>
          </p:cNvPr>
          <p:cNvCxnSpPr>
            <a:cxnSpLocks/>
          </p:cNvCxnSpPr>
          <p:nvPr/>
        </p:nvCxnSpPr>
        <p:spPr>
          <a:xfrm flipV="1">
            <a:off x="2688293" y="4910097"/>
            <a:ext cx="1188145" cy="705648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5B34D81A-08A3-2DDA-854A-AF85006448D3}"/>
              </a:ext>
            </a:extLst>
          </p:cNvPr>
          <p:cNvCxnSpPr>
            <a:cxnSpLocks/>
          </p:cNvCxnSpPr>
          <p:nvPr/>
        </p:nvCxnSpPr>
        <p:spPr>
          <a:xfrm flipH="1" flipV="1">
            <a:off x="5281018" y="4910097"/>
            <a:ext cx="1188145" cy="705648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46AF9841-4F5A-84D8-D400-216271ADAA37}"/>
              </a:ext>
            </a:extLst>
          </p:cNvPr>
          <p:cNvCxnSpPr>
            <a:cxnSpLocks/>
          </p:cNvCxnSpPr>
          <p:nvPr/>
        </p:nvCxnSpPr>
        <p:spPr>
          <a:xfrm flipH="1" flipV="1">
            <a:off x="4560146" y="5114645"/>
            <a:ext cx="0" cy="496805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9D5769DC-F468-3FD7-5849-B50DAA8257EE}"/>
              </a:ext>
            </a:extLst>
          </p:cNvPr>
          <p:cNvCxnSpPr>
            <a:cxnSpLocks/>
          </p:cNvCxnSpPr>
          <p:nvPr/>
        </p:nvCxnSpPr>
        <p:spPr>
          <a:xfrm>
            <a:off x="1777037" y="1060927"/>
            <a:ext cx="1771652" cy="750157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9ED5362D-E4A2-1F63-6B75-242283189E48}"/>
              </a:ext>
            </a:extLst>
          </p:cNvPr>
          <p:cNvCxnSpPr>
            <a:cxnSpLocks/>
          </p:cNvCxnSpPr>
          <p:nvPr/>
        </p:nvCxnSpPr>
        <p:spPr>
          <a:xfrm flipH="1">
            <a:off x="5573540" y="1060926"/>
            <a:ext cx="1771652" cy="750157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9E530F0-7131-6E22-9DC3-780786BE5DA5}"/>
              </a:ext>
            </a:extLst>
          </p:cNvPr>
          <p:cNvCxnSpPr>
            <a:cxnSpLocks/>
          </p:cNvCxnSpPr>
          <p:nvPr/>
        </p:nvCxnSpPr>
        <p:spPr>
          <a:xfrm>
            <a:off x="3631985" y="1058224"/>
            <a:ext cx="341242" cy="399883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90B24A17-ADFB-BDC2-E80D-4A0DD722271D}"/>
              </a:ext>
            </a:extLst>
          </p:cNvPr>
          <p:cNvCxnSpPr>
            <a:cxnSpLocks/>
          </p:cNvCxnSpPr>
          <p:nvPr/>
        </p:nvCxnSpPr>
        <p:spPr>
          <a:xfrm flipH="1">
            <a:off x="5168593" y="1058223"/>
            <a:ext cx="341242" cy="399883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16C2B6A7-0DA2-9CA0-F584-A55FF02675D3}"/>
              </a:ext>
            </a:extLst>
          </p:cNvPr>
          <p:cNvCxnSpPr>
            <a:cxnSpLocks/>
          </p:cNvCxnSpPr>
          <p:nvPr/>
        </p:nvCxnSpPr>
        <p:spPr>
          <a:xfrm flipV="1">
            <a:off x="5565380" y="3480631"/>
            <a:ext cx="1104360" cy="28024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C1B763C-17D0-3752-6B4D-CD1F6CC049F5}"/>
              </a:ext>
            </a:extLst>
          </p:cNvPr>
          <p:cNvCxnSpPr>
            <a:cxnSpLocks/>
          </p:cNvCxnSpPr>
          <p:nvPr/>
        </p:nvCxnSpPr>
        <p:spPr>
          <a:xfrm>
            <a:off x="5565380" y="2652744"/>
            <a:ext cx="1104360" cy="28024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0" name="Ellipse 1159">
            <a:extLst>
              <a:ext uri="{FF2B5EF4-FFF2-40B4-BE49-F238E27FC236}">
                <a16:creationId xmlns:a16="http://schemas.microsoft.com/office/drawing/2014/main" id="{473884A4-4585-5C54-EE98-9EBA5DFF2331}"/>
              </a:ext>
            </a:extLst>
          </p:cNvPr>
          <p:cNvSpPr/>
          <p:nvPr/>
        </p:nvSpPr>
        <p:spPr>
          <a:xfrm>
            <a:off x="3444366" y="1394328"/>
            <a:ext cx="2285341" cy="1407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Information Management Motivation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61" name="Ellipse 1160">
            <a:extLst>
              <a:ext uri="{FF2B5EF4-FFF2-40B4-BE49-F238E27FC236}">
                <a16:creationId xmlns:a16="http://schemas.microsoft.com/office/drawing/2014/main" id="{BADF869A-2DAB-1F29-70B7-E0201CBB55A5}"/>
              </a:ext>
            </a:extLst>
          </p:cNvPr>
          <p:cNvSpPr/>
          <p:nvPr/>
        </p:nvSpPr>
        <p:spPr>
          <a:xfrm>
            <a:off x="3406296" y="3565769"/>
            <a:ext cx="2285341" cy="1407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Information Management </a:t>
            </a:r>
            <a:r>
              <a:rPr lang="de-D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Capability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62" name="Ellipse 1161">
            <a:extLst>
              <a:ext uri="{FF2B5EF4-FFF2-40B4-BE49-F238E27FC236}">
                <a16:creationId xmlns:a16="http://schemas.microsoft.com/office/drawing/2014/main" id="{0811099A-EA1B-3582-5241-CCDC8B9C879D}"/>
              </a:ext>
            </a:extLst>
          </p:cNvPr>
          <p:cNvSpPr/>
          <p:nvPr/>
        </p:nvSpPr>
        <p:spPr>
          <a:xfrm>
            <a:off x="6733797" y="2434592"/>
            <a:ext cx="2285341" cy="1407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Information Management </a:t>
            </a:r>
            <a:r>
              <a:rPr lang="de-D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Effectiveness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7874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</Words>
  <Application>Microsoft Office PowerPoint</Application>
  <PresentationFormat>Bildschirmpräsentation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Ott, Stella</dc:creator>
  <cp:lastModifiedBy>Gerit Wagner</cp:lastModifiedBy>
  <cp:revision>4</cp:revision>
  <dcterms:created xsi:type="dcterms:W3CDTF">2025-03-06T09:26:25Z</dcterms:created>
  <dcterms:modified xsi:type="dcterms:W3CDTF">2025-05-07T09:44:29Z</dcterms:modified>
</cp:coreProperties>
</file>